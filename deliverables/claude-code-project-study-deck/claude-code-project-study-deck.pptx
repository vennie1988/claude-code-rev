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2618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项目学习拆解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94944" y="19933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`可借鉴部分.md` + 还原源码整理的系统学习型 PPT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75234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目标：帮助你系统理解这个项目并迁移方法论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45552" y="20574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10144" y="22037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素材来源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10144" y="2478024"/>
            <a:ext cx="32826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`可借鉴部分.md` 的模式总结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`src/` 中关键实现文件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仓库结构与恢复版工程特征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45552" y="3520440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10144" y="366674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推荐使用方式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10144" y="394106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先通读，再按附录中的文件路径顺序去读源码。PPT 负责搭骨架，源码负责补细节。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45552" y="4800600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10144" y="4946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0144" y="522122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本目录包含 deck 源码、可编辑 PPTX、渲染图与检验脚本输出，便于继续修改。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5852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生成时间: 2026-04-01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01168" cy="219456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188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这套 PPT 怎么看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78992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先建立认知地图，再回到代码细读，最后抽取可迁移的方法论。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项目全景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架构主线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899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关键模式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与 Compact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78992" y="376732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8404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安全与观测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9272" y="376732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38404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迁移建议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15544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94192" y="170078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适合对象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1975104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要详细学习这个项目的工程师、架构师、Agent/CLI 产品开发者。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27432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94192" y="288950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阅读策略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94192" y="3163824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每页只抓一个核心问题：它解决什么、为什么这么做、代价是什么。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0" y="39319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94192" y="40782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最终产出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94192" y="4352544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你应该能复述出 Claude Code 的启动链路、扩展点、压缩策略和安全边界。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 THIS REPO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为什么这个项目值得细学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它不是单点技巧集合，而是一个把 CLI、TUI、Agent、MCP、压缩、权限、安全与观测串起来的完整系统。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691640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83794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完整产品面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12264"/>
            <a:ext cx="3374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从启动入口、命令系统到 TUI、远程桥接、插件、技能、代理协作，都能在一个仓库里看到。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53128" y="1691640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83794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工程现实感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112264"/>
            <a:ext cx="3374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大量代码在处理启动性能、权限控制、断线重连、MCP 协议差异、上下文溢出等真实问题。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39328" y="16916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183794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可迁移性高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2112264"/>
            <a:ext cx="29169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很多模式可以直接迁移到你的 CLI、IDE 插件、AI Agent 或平台工程里。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6393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56616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学习重点不是“抄源码”，而是识别设计决策背后的边界条件。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0965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02336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恢复版源码也很有价值，因为它暴露了真实系统的兼容层与工程妥协。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5537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48056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适合用来训练“如何读大型 TS 工程”的方法。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 SNAPSHOT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项目快照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先抓住几个可量化事实，建立规模感。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37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1364 行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学习文档 `可借鉴部分.md`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53128" y="1737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2000+ 文件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17720" y="2267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当前工作树 `rg --files` 输出量级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7888" y="1737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80+ 命令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12480" y="2267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`src/commands.ts` 中集中注册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3310128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多层系统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22960" y="38404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+ React Ink TUI + services + tools + MCP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53128" y="3310128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恢复版源码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617720" y="38404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包含 shim、vendor、兼容逻辑与恢复痕迹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47888" y="3310128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TypeScript-first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412480" y="38404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ESM + React JSX + Bun 宏特性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可借鉴部分.md | package.json | src/commands.ts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仓库地图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学习大型仓库时，先按“入口 / 核心 / 横切 / 扩展 / 兼容层”分区。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183794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2112264"/>
            <a:ext cx="1911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`src/bootstrap-entry.ts`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`src/dev-entry.ts`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`src/main.tsx`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`src/commands.ts`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90088" y="169164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183794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2112264"/>
            <a:ext cx="1911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`src/query.ts`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`src/Tool.ts`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`src/tools/`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`src/tasks.ts`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85816" y="169164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50408" y="183794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50408" y="2112264"/>
            <a:ext cx="1911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`src/services/api`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`src/services/mcp`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`src/services/compact`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`src/services/analytics`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81544" y="169164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46136" y="183794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46136" y="2112264"/>
            <a:ext cx="1911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`src/components`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`src/ink.ts`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`src/interactiveHelpers.tsx`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`src/state/`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177272" y="1691640"/>
            <a:ext cx="1417320" cy="15087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341864" y="1837944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41864" y="2112264"/>
            <a:ext cx="10881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`plugins`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`skills`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`shims`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`vendor`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" y="3913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3840480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先读入口，搞清楚程序是怎么启动、怎么接命令、怎么进入主循环。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13232" y="43708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297680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再读服务层，理解横切能力：MCP、API、压缩、分析、权限。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13232" y="48280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4754880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最后读扩展层，理解插件、技能、桥接与恢复版兼容逻辑。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LAYERED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分层架构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这张图是理解全局最重要的一页：从命令入口一路走到工具、服务和 TUI。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1554480"/>
            <a:ext cx="9372600" cy="493776"/>
          </a:xfrm>
          <a:prstGeom prst="roundRect">
            <a:avLst>
              <a:gd name="adj" fmla="val 9259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67335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Entry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50208" y="1673352"/>
            <a:ext cx="6291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6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`bootstrap-entry.ts` / `dev-entry.ts` / `main.tsx`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rot="5400000">
            <a:off x="5815584" y="2057400"/>
            <a:ext cx="502920" cy="164592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267712"/>
            <a:ext cx="9372600" cy="493776"/>
          </a:xfrm>
          <a:prstGeom prst="roundRect">
            <a:avLst>
              <a:gd name="adj" fmla="val 9259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38658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Command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50208" y="2386584"/>
            <a:ext cx="6291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6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`commands.ts` 统一注册 + 条件加载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rot="5400000">
            <a:off x="5815584" y="2770632"/>
            <a:ext cx="502920" cy="164592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980944"/>
            <a:ext cx="9372600" cy="493776"/>
          </a:xfrm>
          <a:prstGeom prst="roundRect">
            <a:avLst>
              <a:gd name="adj" fmla="val 9259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309981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Core Processing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50208" y="3099816"/>
            <a:ext cx="6291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6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`query.ts` / `Tool.ts` / `tools.ts` / task loop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rot="5400000">
            <a:off x="5815584" y="3483864"/>
            <a:ext cx="502920" cy="164592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3694176"/>
            <a:ext cx="9372600" cy="493776"/>
          </a:xfrm>
          <a:prstGeom prst="roundRect">
            <a:avLst>
              <a:gd name="adj" fmla="val 9259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64208" y="381304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Bridge / Remote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50208" y="3813048"/>
            <a:ext cx="6291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6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bridge、remote session、transport 兼容层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rot="5400000">
            <a:off x="5815584" y="4197096"/>
            <a:ext cx="502920" cy="164592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407408"/>
            <a:ext cx="93726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45262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50208" y="4526280"/>
            <a:ext cx="6291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6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analytics / mcp / compact / policy / oauth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rot="5400000">
            <a:off x="5815584" y="4910328"/>
            <a:ext cx="502920" cy="164592"/>
          </a:xfrm>
          <a:prstGeom prst="chevron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5120640"/>
            <a:ext cx="9372600" cy="493776"/>
          </a:xfrm>
          <a:prstGeom prst="roundRect">
            <a:avLst>
              <a:gd name="adj" fmla="val 9259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64208" y="523951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 Ink TUI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50208" y="5239512"/>
            <a:ext cx="6291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6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Ink 渲染、组件、状态、交互辅助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可借鉴部分.md 第 1 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STARTUP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启动流程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启动链路的核心问题：怎样尽量早处理快速路径，怎样把重活并行化，怎样尽快进入 REPL/TUI。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" y="1755648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8379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50976" y="1975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bootstrap-entry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221284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 argv，处理 `--version`、系统提示导出等快速路径。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1755648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18379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18104" y="1975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A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cli.tsx / main.tsx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18104" y="221284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 commander 与主程序入口。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38928" y="1755648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8379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85232" y="1975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A7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预取阶段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85232" y="221284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MDM、keychain、policy、bootstrap 数据等尽量并行启动。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06056" y="1755648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B8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8379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52360" y="1975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A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初始化阶段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221284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telemetry、config、plugins、skills、MCP、LSP。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73184" y="1755648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19488" y="18379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19488" y="1975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renderAndRun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19488" y="221284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AppState，进入 Ink TUI / REPL 主循环。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1248" y="315468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5840" y="330098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你要重点观察什么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05840" y="3575304"/>
            <a:ext cx="3099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哪里做了早返回？哪里做了懒加载？哪些副作用被显式提前触发？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0" y="315468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53712" y="330098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为什么值得学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53712" y="3575304"/>
            <a:ext cx="3099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启动链路最容易失控。这个项目示范了怎样把复杂系统拆成“快速路径 + 并行预取 + 主流程”。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36992" y="315468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01584" y="330098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101584" y="3575304"/>
            <a:ext cx="3099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`src/bootstrap-entry.ts`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`src/main.tsx`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`entrypoints/init.js`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STARTUP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启动性能优化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`src/main.tsx` 开头的注释本身就是一份性能设计说明。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5212080" cy="1920240"/>
          </a:xfrm>
          <a:prstGeom prst="roundRect">
            <a:avLst>
              <a:gd name="adj" fmla="val 1905"/>
            </a:avLst>
          </a:prstGeom>
          <a:solidFill>
            <a:srgbClr val="0F1720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19072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并行触发关键副作用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75104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src/main.tsx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212848"/>
            <a:ext cx="48828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profileCheckpoint('main_tsx_entry')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startMdmRawRead()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startKeychainPrefetch()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目标：在其余 import 期间并行完成昂贵 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8562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78308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先记 profiling 点，再做重模块 import，便于量化“哪里慢”。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26480" y="23134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24028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keychain / MDM 这种外部 IO 提前发出去，和模块加载并行。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126480" y="2770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69748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注释直接写出大致收益：这是很成熟的性能工程习惯。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8368" y="388620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03250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可以迁移到你的项目里的原则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306824"/>
            <a:ext cx="106436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把启动分成“绝对必须同步做的事”和“可以尽早发起但延后消费的事”。然后给每一类加 profiler/trace，而不是只靠体感优化。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src/main.tsx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01168" cy="219456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188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关键设计模式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78992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从构建裁剪到状态管理，这一段决定了项目的长期可维护性。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Feature Flag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命令注册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899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消息类型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78992" y="376732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8404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9272" y="376732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38404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15544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94192" y="170078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阅读顺序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1975104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先看模式解决什么问题，再看具体实现。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27432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94192" y="288950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阅读重点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94192" y="3163824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构建时 vs 运行时、接口 vs 实现、缓存 vs 实时计算。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0" y="39319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94192" y="40782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输出目标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94192" y="4352544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能说清楚每个模式的收益、前提和代价。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Feature Flag + Dead Code Elimination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这是项目里最典型的“同一代码库服务多个产品形态”的实现。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64208"/>
            <a:ext cx="5166360" cy="2103120"/>
          </a:xfrm>
          <a:prstGeom prst="roundRect">
            <a:avLst>
              <a:gd name="adj" fmla="val 1739"/>
            </a:avLst>
          </a:prstGeom>
          <a:solidFill>
            <a:srgbClr val="0F1720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4837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构建时条件加载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837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src/commands.ts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48371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bridge = feature('BRIDGE_MODE')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? require('./commands/bridge/index.js').default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: null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voiceCommand = feature('VOICE_MODE')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? require('./commands/voice/index.js').default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: null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08192" y="18562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78308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`bun:bundle` 的 `feature()` 在构建时裁剪模块，而不是运行时 if/else。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08192" y="23134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24028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搭配 `require()` 可以避免静态 `import` 把整个模块都拉进来。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08192" y="2770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269748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适合社区版 / 企业版 / 内部版 / 实验功能并存的仓库。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40690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21538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489704"/>
            <a:ext cx="3145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零运行时分支开销；产物更小；发布矩阵灵活。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24528" y="40690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0" y="421538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4489704"/>
            <a:ext cx="3145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构建系统更复杂；调试不同 feature 组合的成本上升。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90688" y="4069080"/>
            <a:ext cx="3822192" cy="1097280"/>
          </a:xfrm>
          <a:prstGeom prst="roundRect">
            <a:avLst>
              <a:gd name="adj" fmla="val 6667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55280" y="421538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判断标准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55280" y="4489704"/>
            <a:ext cx="3493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只有当“多产品形态”是长期事实时，这套机制才值得上。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src/commands.ts | src/main.tsx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集中式命令注册表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`src/commands.ts` 把 80+ 命令拉到一个统一清单里，便于开关、过滤、元数据管理。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4754880" cy="1965960"/>
          </a:xfrm>
          <a:prstGeom prst="roundRect">
            <a:avLst>
              <a:gd name="adj" fmla="val 1860"/>
            </a:avLst>
          </a:prstGeom>
          <a:solidFill>
            <a:srgbClr val="0F1720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83080"/>
            <a:ext cx="4425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统一入口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39112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src/commands.ts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276856"/>
            <a:ext cx="44256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COMMANDS = memoize(() =&gt;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addDir,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advisor,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agents,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branch,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commit,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...(bridge ? [bridge] : []),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export const getCommands = () =&gt; COMMANDS()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0" y="1691640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25312" y="183794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 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25312" y="211226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一眼看全命令面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26680" y="1691640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91272" y="183794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91272" y="211226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做条件注入和过滤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92640" y="1691640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57232" y="183794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57232" y="211226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配合 memoize 避免重复组装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6384" y="38679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379476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命令对象统一携带 name / description / aliases / execute / prompt 等元数据。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86384" y="43251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425196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远程模式只需要加一层 `filterCommandsForRemoteMode` 就能收窄能力面。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86384" y="478231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470916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这是大型 CLI 从“脚本堆叠”升级成“命令平台”的关键一步。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2B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命令对象模型与远程过滤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统一注册只是第一步，更重要的是把命令能力显式类型化。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367588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37944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Command 基本字段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12264"/>
            <a:ext cx="33467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name / description / aliases / type / source / remoteIncompatible / execute / getPromptForCommand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98848" y="16916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83794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三种命令形态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112264"/>
            <a:ext cx="30540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`prompt`：生成 prompt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`local`：本地执行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`local-jsx`：带交互 UI 的本地命令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11312" y="183794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远程模式策略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11312" y="2112264"/>
            <a:ext cx="32369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不是每个命令都能在 remote session 下成立，所以通过元数据统一过滤。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37764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70332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这种对象模型比“每个命令自己向 commander 注册”更容易做全局治理。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9808" y="42336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6052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也是插件系统、技能命令、动态加载命令可以接入的前提。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9808" y="46908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61772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如果你的 CLI 未来要支持本地 / 远程 / Web 容器，多半也要走这条路。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区分联合消息模型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TypeScript 工程里非常值得借鉴的一种“类型驱动设计”。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64208"/>
            <a:ext cx="5029200" cy="2057400"/>
          </a:xfrm>
          <a:prstGeom prst="roundRect">
            <a:avLst>
              <a:gd name="adj" fmla="val 1778"/>
            </a:avLst>
          </a:prstGeom>
          <a:solidFill>
            <a:srgbClr val="0F1720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Message 联合类型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700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src/types/message.ts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47000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type UserMessage = { type: 'user',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type AssistantMessage = { type: 'assistant',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type SystemMessage = { type: 'system', ...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type Message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| UserMessage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| AssistantMessage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| SystemMessage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8562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783080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`type` 作为 discriminator，switch 分支里自动收窄类型。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89320" y="23134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2240280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新增消息类型时，编译器会逼你补齐处理逻辑，减少漏改。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989320" y="2770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2697480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比深层继承更轻，尤其适合消息、事件、协议包这类数据结构。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8368" y="402336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16966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学习重点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443984"/>
            <a:ext cx="106436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留意这个项目里哪些地方在用 union + exhaustive matching。它们往往是系统边界最清楚、最不容易写乱的地方。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行可观察 Store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`src/state/store.ts` 是一个典型的“小而够用”的状态管理实现。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64208"/>
            <a:ext cx="5029200" cy="2331720"/>
          </a:xfrm>
          <a:prstGeom prst="roundRect">
            <a:avLst>
              <a:gd name="adj" fmla="val 1569"/>
            </a:avLst>
          </a:prstGeom>
          <a:solidFill>
            <a:srgbClr val="0F1720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4700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createStore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700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src/state/store.ts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470001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export function createStore(initialState, onChange)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let state = initialState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listeners = new Set()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getState: () =&gt; state,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setState: updater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const next = updater(state)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if (Object.is(next, state)) return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state = next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onChange?.({ newState: next, oldState: prev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for (const listener of listeners) listener()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61888" y="1755648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9019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为什么成立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176272"/>
            <a:ext cx="14996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需求明确，状态规模可控，不需要 Redux 那套复杂度。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27848" y="1755648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92440" y="19019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关键细节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2176272"/>
            <a:ext cx="14996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`Object.is` 恒等检查 + `unsubscribe` 闭包。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93808" y="1755648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0" y="19019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适用边界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0" y="2176272"/>
            <a:ext cx="14996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团队要接受“简洁而非全功能”。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9808" y="41422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06908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先问自己：项目真的需要外部状态库吗？还是一个几乎零心智负担的小 store 就够？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9808" y="45994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52628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这个实现适合可控内聚的 TUI/桌面交互状态，不适合跨边界共享的复杂业务域。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Generator 与 Memoize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一个处理流式数据，一个避免重复 I/O；都属于“让系统更省”的手法。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77393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Generator：流式处理工具结果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048256"/>
            <a:ext cx="502005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典型位置：`src/query.ts`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用 `yield` 逐个吐出缺失工具结果，而不是先拼完整数组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适合大量消息、工具块、流式返回的场景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优点是惰性、可中断、可管道化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627632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77393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Memoize：会话级上下文缓存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64224" y="2048256"/>
            <a:ext cx="502005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典型位置：`src/context.ts`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git status / git log / user context / claude.md 扫描都做懒计算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CLI 会话里这些信息通常“频繁访问、变化不快”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适合用内存换响应时间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507492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22122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共同点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495544"/>
            <a:ext cx="1064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都不是“炫技模式”，而是围绕成本控制：少分配内存、少做 I/O、少重复计算。大型 Agent/CLI 项目普遍需要这种手感。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快速路径设计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`bootstrap-entry.ts` 的价值不在“跳转入口”，而在“尽早提前退出”。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20025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--version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0704" y="2240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只打印版本，不拉起完整主程序。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75304" y="20025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A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--dump-system-prompt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75304" y="2240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只加载提示相关模块。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178308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89904" y="20025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A7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daemon / remote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9904" y="2240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走部分模块与专用分支。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178308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B8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4504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04504" y="20025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A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interactive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04504" y="2240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才进入完整 cli.tsx / main.tsx。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37307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3657600"/>
            <a:ext cx="1035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 CLI 时，最常见的错误是“无论干什么都先把整个应用启动起来”。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41879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4114800"/>
            <a:ext cx="1035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快速路径不是优化细节，而是用户体验的大头，尤其是 `--help` / `--version` 这类高频操作。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4645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4572000"/>
            <a:ext cx="1035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如果你的程序还有 cron、daemon、worker、non-interactive 模式，更应该显式拆出来。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桥接层多态：Bridge v1 / v2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同一个调用接口，底下可以挂不同传输协议，这是协议演进时的常用手法。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19072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6537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统一接口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`ReplBridgeTransport`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write(message)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writeBatch(messages)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close()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1719072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25112" y="186537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 实现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25112" y="2139696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HybridTransport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WebSocket 双向通信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适合旧协议和兼容期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62672" y="1719072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27264" y="1865376"/>
            <a:ext cx="3557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 实现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27264" y="2139696"/>
            <a:ext cx="35570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SSETransport + CCRClient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读写分离：SSE 读、HTTP 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适合新架构渐进迁移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" y="41422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0690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调用方无需关心底层是 WS、SSE 还是 HTTP，只依赖最小接口。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86384" y="45994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45262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迁移时可以 v1/v2 共存，降低“切协议即重写业务层”的风险。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86384" y="5056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9834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这是接口隔离原则在通信协议上的一个典型落地。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PATTERN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统一重试与认证恢复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这个仓库不是只“重试请求”，而是在认真区分错误类型和调用场景。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64208"/>
            <a:ext cx="4617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10512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OAuth 重试思想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084832"/>
            <a:ext cx="428853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文档中展示了 `withOAuthRetry()`：先调一次，401 时刷新 token，再用新 token 补一次。价值在于把认证恢复逻辑从每个 API 调用点里抽走。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68112" y="1664208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32704" y="1810512"/>
            <a:ext cx="5202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`src/services/api/withRetry.ts` 的现实版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32704" y="2084832"/>
            <a:ext cx="520293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区分 529 / 429 / stale connection / auth error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根据 querySource 决定要不要重试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 支持 unattended retry、fallback、fast mode cooldown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4224528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370832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真正值得借鉴的点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645152"/>
            <a:ext cx="1064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不是“写个 while 重试”，而是把“可重试性判断”“重试次数”“调用来源”“降级策略”都模型化。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可借鉴部分.md 2.4 | src/services/api/withRetry.ts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01168" cy="219456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188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与上下文管理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78992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的真正复杂度之一，来自它需要同时面对多协议、权限、配置和上下文预算。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transport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899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78992" y="376732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8404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155448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170078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为什么重要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94192" y="1975104"/>
            <a:ext cx="25054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是工具生态入口，Compact 是大上下文对话能否持续的关键。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278892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94192" y="293522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94192" y="3209544"/>
            <a:ext cx="25054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先看连接与配置，再看名字标准化，再看上下文压缩。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402336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94192" y="416966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你要带走什么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94192" y="4443984"/>
            <a:ext cx="25054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一套“多协议 + 多预算 + 多边界”的系统设计思路。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多传输支持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`src/services/mcp/client.ts` 体现的是“连接管理”与“协议细节”解耦。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192938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stdio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" y="2203704"/>
            <a:ext cx="2185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本地进程 stdin/stdout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17830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192938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30752" y="2203704"/>
            <a:ext cx="2185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Server-Sent Events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17830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1112" y="192938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1112" y="2203704"/>
            <a:ext cx="2185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streamable HTTP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0" y="17830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91472" y="192938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websocket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91472" y="2203704"/>
            <a:ext cx="2185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双向实时通道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2461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0392" y="3392424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MCPClientManager 的职责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3666744"/>
            <a:ext cx="492861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根据 config 决定 transport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建立/维护连接 map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管理生命周期 start / close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对上提供统一工具/资源能力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44768" y="32461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39242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为什么这个结构靠谱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3666744"/>
            <a:ext cx="47457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新增协议时主要改 transport factory，而不是散落修改调用方。适合跟随生态演进逐步扩展。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可借鉴部分.md 第 3 节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名称标准化与策略过滤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真正的系统不会只“连上就行”，它还要处理命名约束、政策边界和企业配置。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64208"/>
            <a:ext cx="5074920" cy="2286000"/>
          </a:xfrm>
          <a:prstGeom prst="roundRect">
            <a:avLst>
              <a:gd name="adj" fmla="val 1600"/>
            </a:avLst>
          </a:prstGeom>
          <a:solidFill>
            <a:srgbClr val="0F1720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4745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normalizeNameForMCP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745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src/services/mcp/normalization.ts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47457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CLAUDEAI_SERVER_PREFIX = 'claude.ai 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export function normalizeNameForMCP(name)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let normalized = name.replace(/[^a-zA-Z0-9_-]/g, '_')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(name.startsWith(CLAUDEAI_SERVER_PREFIX))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normalized = normalized.replace(/_+/g, '_').replace(/^_|_$/g, '')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normalized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53328" y="18562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83080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命名标准化不是小事，它直接影响 API 合法性、tool name 拼接和跨系统兼容。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053328" y="23134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240280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`main.tsx` 里还能看到 policy limits、enterprise mcp config、server exclusion 等治理逻辑。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053328" y="2770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97480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这说明 MCP 在这里不是单纯“插件协议”，而是受控能力面。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58368" y="41605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30682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给你的提醒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581144"/>
            <a:ext cx="1064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只做 transport 不够，名字规范、权限限制、配置合并、组织策略同样必须设计。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src/services/mcp/normalization.ts | src/main.tsx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Compact 服务全景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上下文压缩不是单一算法，而是一套“何时压、压什么、压完如何补”的流程。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019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76272"/>
            <a:ext cx="19110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budget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message count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usage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manual / proactive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81528" y="1755648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9019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46120" y="2176272"/>
            <a:ext cx="19110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micro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04688" y="1755648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9019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2176272"/>
            <a:ext cx="19110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分析消息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提炼摘要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插入边界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恢复关键上下文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27848" y="1755648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92440" y="19019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补偿面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92440" y="2176272"/>
            <a:ext cx="19110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重注入文件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重注入技能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 metadata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351008" y="1755648"/>
            <a:ext cx="1234440" cy="1325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515600" y="1901952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0" y="2176272"/>
            <a:ext cx="905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保住可继续对话的最小知识面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3913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38404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高水平设计不在“压缩”本身，而在压缩前后对系统一致性的维护。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777240" y="43708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42976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的 compact 代码量很大，恰恰说明这个问题在真实产品里非常棘手。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77240" y="48280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47548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如果你的 Agent 会长时间运行，这部分几乎绕不过去。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可借鉴部分.md 第 4 节 | src/services/compact/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COMPACT INTERNALS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Compact 细节：真正麻烦的地方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`src/services/compact/compact.ts` 里有很多“只有做过大系统才会想到”的保护逻辑。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3794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stripImagesFromMessages()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12264"/>
            <a:ext cx="31455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压缩摘要时剥掉 image/document，避免 compaction 请求自己再撞上 prompt-too-long。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4256" y="16916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8848" y="183794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stripReinjectedAttachments()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98848" y="2112264"/>
            <a:ext cx="31455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对会在压缩后重新注入的附件先剥掉，避免摘要里混入过期技能提示。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16916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74736" y="183794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PTL / retry / restore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74736" y="2112264"/>
            <a:ext cx="31455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 prompt-too-long、streaming retry、post-compact file budget、skill budget。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84962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核心启发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123944"/>
            <a:ext cx="106436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不要把压缩看成“把旧消息总结一下”这么简单。只要系统里存在图片、附件、技能注入、hook、计划文件、文件缓存，compact 就必然变成一个恢复流程。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src/services/compact/compact.ts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工具执行主线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仓库里有大量工具与代理能力，理解“工具从哪里来、怎么被调度、如何反馈结果”很关键。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" y="178308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2688" y="20025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getTools()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汇总 builtin tools、MCP tools、synthetic tools。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44952" y="178308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91256" y="20025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A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orchestration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91256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决策工具可用性、权限、调用顺序。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0" y="178308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49824" y="20025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A7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execution / streaming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9824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实际执行并逐步产生结果块。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62088" y="178308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B8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08392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08392" y="20025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A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message synthesis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08392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tool_use / tool_result 回填为消息。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20656" y="178308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1865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966960" y="20025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 round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696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进入下一轮 query / compact / UI 更新。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3913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3840480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源码锚点可以先看 `src/Tool.ts`、`src/tools/`、`src/services/tools/`。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22960" y="43708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297680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理解工具主线后，再回头看 AgentTool、MCP 工具、FileReadTool 等会容易很多。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822960" y="48280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4754880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大多数 Agent 系统最后都会回到这条“统一工具协议 + 调度 + 回填消息”的主线。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01168" cy="219456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188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工程化与运行质量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78992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一个成熟项目不会只关注功能，还会把性能、安全、观测、扩展和恢复性做成一等公民。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899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plugins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78992" y="3767328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8404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160020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174650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这一段怎么看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94192" y="2020824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把它当作“生产级软件的收口部分”。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278892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94192" y="293522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重点问题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94192" y="3209544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系统如何自保？如何排错？如何扩展而不失控？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397764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94192" y="412394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迁移价值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94192" y="4398264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这部分比语法技巧更能拉开工程成熟度差距。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OPERABILITY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性能实践亮点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这不是“写完再优化”，而是在架构层面预埋性能思维。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18836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快速路径：`--version` 这类命令不启动完整应用。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23408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6771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并行预取：keychain / MDM / bootstrap 数据尽量提前发起。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2798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2491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条件加载：feature flag + lazy require 降低冷启动开销。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9808" y="32552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18211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memoized context：git / markdown / memory 文件避免重复扫描。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9808" y="37124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3931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querySource 调整重试：不要让后台任务把前台体验拖死。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355080" y="178308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9672" y="1929384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真正值得学习的地方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9672" y="2203704"/>
            <a:ext cx="4425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代码注释敢写出性能动机与大致收益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profileCheckpoint 这类设施进入主干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性能优化分散在启动、重试、缓存、模块裁剪等多个层级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44805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4626864"/>
            <a:ext cx="4425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4901184"/>
            <a:ext cx="4425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把“少做事”“晚做事”“并行做事”“只在必要时做事”四件事做到位。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安全与边界控制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虽然这是恢复版源码，但依然能看到明显的防护意识。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8366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分析日志的类型约束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57984"/>
            <a:ext cx="314553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`analytics/index.ts` 明确限制 metadata 不要随手塞字符串，避免把代码/路径/PII 打进通用日志。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2544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7136" y="188366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/ policy / permission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17136" y="2157984"/>
            <a:ext cx="314553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主程序初始化时就会载入 policy limits、managed settings、MCP 配置过滤。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11312" y="188366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代理与工具控制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11312" y="2157984"/>
            <a:ext cx="314553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工具执行、remote mode、session ingress、sandbox/worktree 等都在做能力边界划分。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" y="40507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9776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这类系统的安全不是单点校验，而是“配置 + 权限 + transport + 审计”的组合防线。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6384" y="45079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44348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你可以重点搜 `policyLimits`、`permission`、`sandbox`、`secureStorage`、`secretScanner` 这些关键词。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6384" y="49651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8920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真正的经验是：能力越强的 Agent 工具链，越要在边界治理上花代码量。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src/services/analytics/index.ts | src/main.tsx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可观测性与调试面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一个复杂 Agent/CLI 项目如果没有观测，问题会变成不可解释。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37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8366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启动观测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57984"/>
            <a:ext cx="31455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profileCheckpoint / profileReport / startup profiler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2544" y="1737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7136" y="188366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事件观测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17136" y="2157984"/>
            <a:ext cx="31455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analytics sink / first party logs / datadog / statsig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11312" y="188366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诊断日志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11312" y="2157984"/>
            <a:ext cx="31455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debug / internalLogging / toolUseSummary / diagnostics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42900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57530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为什么这很关键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849624"/>
            <a:ext cx="106436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在多模式、多协议、多代理、多工具的系统里，“功能对不对”只是问题的一半；另一半是“出了问题你能不能定位到是哪个阶段、哪个配置、哪个 transport、哪个预算导致的”。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6071616"/>
            <a:ext cx="3611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6153912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源码锚点: src/services/analytics/* | src/utils/debug.js | src/utils/startupProfiler.js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EXTENSIBILITY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插件与技能系统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这个仓库的扩展不是附属品，而是产品能力的一部分。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19072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65376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插件系统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30998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`src/services/plugins`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`src/utils/plugins`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`src/commands/plugin`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负责安装、缓存、校验、命令暴露与设置流转。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1719072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44568" y="1865376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技能系统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2139696"/>
            <a:ext cx="30998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`src/skills`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`bundledSkills`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`loadSkillsDir`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`skillSearch`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负责把本地/远程技能接入到模型可用能力面。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719072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66176" y="1865376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设计意义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66176" y="2139696"/>
            <a:ext cx="30998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命令、插件、技能都被建模成可发现、可加载、可过滤的对象，而不是零散脚本。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9776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12394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迁移启发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398264"/>
            <a:ext cx="1064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如果你的系统未来也要支持 marketplace、插件生态、技能包或企业定制，这一套“统一对象模型 + 缓存 + 命令集成”非常值得拆开看。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与协作模式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从文件结构就能看出：Claude Code 不是单线程单 Agent 的玩具，而是在为多代理和协作模式留空间。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019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内置 agent 定义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76272"/>
            <a:ext cx="31912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`src/tools/AgentTool/built-in/*`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/ explore / verify / guide 等角色化 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755648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07992" y="19019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协作与 swarm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07992" y="2176272"/>
            <a:ext cx="31912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`src/coordinator/`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`src/utils/swarm/`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`src/utils/teammate.js`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1755648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93024" y="190195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状态与恢复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2176272"/>
            <a:ext cx="31912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sessionStorage / reconnection / remote session / task state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" y="39593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388620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这意味着很多设计决定都不能只按“单轮对话”来评估，而要按多线程、多 agent、多 session 来评估。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" y="44165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34340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如果你在做 agent 平台，这一段可以反过来帮助你定义最小可行抽象：agent definition、task state、message protocol、tool boundary。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RESTORED TREE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恢复版源码的阅读姿势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这是恢复版，不是 pristine upstream。这个事实会影响你对代码质量与边界的判断。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1907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65376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你会看到什么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32826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shim、vendor、本地包替身、兼容分支、懒加载修补、ant-only 注释与 feature gate。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171907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865376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怎么解读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2139696"/>
            <a:ext cx="32826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区分“核心设计模式”与“恢复/兼容妥协”，不要把所有 workaround 当最佳实践。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02752" y="171907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67344" y="186537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为什么仍然有价值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67344" y="2139696"/>
            <a:ext cx="29169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真实系统往往就长这样：核心设计 + 历史包袱 + 多版本兼容。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8221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7490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看架构：学模式；看 workaround：学约束与演化成本。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68096" y="4279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2062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恢复版最有价值的地方，恰恰是它暴露了“工程现实”而不是演示版洁癖。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68096" y="47365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6634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但在迁移时要主动清洗：只复制你能解释清楚的设计。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01168" cy="219456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188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把经验迁移到你的项目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78992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最后一段不再讲“它做了什么”，而是讲“你应该怎么借”。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先借什么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2743200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28163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不要盲抄什么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899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阅读顺序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3255264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33284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附录索引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60020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94192" y="174650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94192" y="2020824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37 页内容收敛成可执行的行动项。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278892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94192" y="293522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94192" y="3209544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先选模式，再找适用边界，再做本地化改写。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0" y="397764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94192" y="412394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94192" y="4398264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宁可少借，别把复杂度整体搬进来。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优先借鉴的 8 件事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如果你没有时间通盘复制，先借这些最稳、收益最高的做法。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" y="18562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7830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快速路径入口：`--version` / worker / daemon 分流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4672" y="23134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2402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集中命令注册表：让 CLI 命令成为可治理对象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770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6974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Feature flag + lazy require：只在确实多产品时使用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4672" y="32278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1546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区分联合消息模型：消息/事件系统更稳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6850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36118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小型 observable store：替代过度复杂的状态库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4672" y="41422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40690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会话级 memoize：缓存 git、md、配置等昂贵读取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5994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5262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统一重试层：按错误类型与调用来源决策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04672" y="5056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98348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观测优先：profile、analytics、debug 设施进主干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不要盲抄的部分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很多设计只有在这个项目的复杂度前提下才成立。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CECEE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83664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重型 feature matrix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57984"/>
            <a:ext cx="31912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如果你只有单一产品形态，就不要为了“未来可能需要”先上满 feature flag。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2544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1E2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7136" y="1883664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大而全 compact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17136" y="2157984"/>
            <a:ext cx="31912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如果对话长度不大、附件类型不多，就别过早复制这一整套恢复流程。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EAF1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11312" y="1883664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过多 transport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11312" y="2157984"/>
            <a:ext cx="31912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先支持最小必要协议；协议数量本身就是维护成本。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8221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7490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判断标准很简单：你能不能说清楚它解决的痛点已经真实存在？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8096" y="4279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2062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如果答案是否定的，就先保留简单实现，把演化钩子留好即可。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8096" y="47365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663440"/>
            <a:ext cx="1053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架构成熟不等于复杂度越高越好，而是复杂度和约束相匹配。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STUDY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推荐源码阅读顺序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照这个顺序读，你会更快建立因果关系。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77393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14984" y="1911096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4984" y="2148840"/>
            <a:ext cx="10149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入口: `src/bootstrap-entry.ts` → `src/main.tsx` → `src/commands.ts`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2532888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261518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14984" y="2752344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A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14984" y="2990088"/>
            <a:ext cx="10149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核心循环: `src/query.ts` / `src/Tool.ts` / `src/tools/`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374136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45643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14984" y="359359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4984" y="3831336"/>
            <a:ext cx="10149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服务横切: `src/services/api` / `mcp` / `compact` / `analytics`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215384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429768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14984" y="4434840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A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4984" y="4672584"/>
            <a:ext cx="10149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交互层: `src/ink.ts` / `components` / `state/store.ts`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5056632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513892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4984" y="5276088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4984" y="5513832"/>
            <a:ext cx="10149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扩展层: `skills` / `plugins` / `AgentTool` / `coordinator`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5989320"/>
            <a:ext cx="10424160" cy="475488"/>
          </a:xfrm>
          <a:prstGeom prst="roundRect">
            <a:avLst>
              <a:gd name="adj" fmla="val 15385"/>
            </a:avLst>
          </a:prstGeom>
          <a:solidFill>
            <a:srgbClr val="E7F7E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3EE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3272" y="6135624"/>
            <a:ext cx="10094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33272" y="6409944"/>
            <a:ext cx="10094976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每读完一层，先回答“它为上一层提供了什么稳定接口”，再继续往下。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76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附录：重点文件索引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restored 项目学习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E5D6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1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这页可以当成你的源码导航清单。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627632"/>
            <a:ext cx="544068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627632"/>
            <a:ext cx="5138928" cy="4434840"/>
          </a:xfrm>
          <a:prstGeom prst="roundRect">
            <a:avLst>
              <a:gd name="adj" fmla="val 1237"/>
            </a:avLst>
          </a:prstGeom>
          <a:solidFill>
            <a:srgbClr val="EEF3F7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92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核心入口与主干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792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服务与扩展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2219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14884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`src/bootstrap-entry.ts` 入口快速路径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14400" y="26791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260604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`src/main.tsx` 主启动链路与初始化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14400" y="3136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06324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`src/commands.ts` 命令注册总表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914400" y="35935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52044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`src/context.ts` memoized context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914400" y="40507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397764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`src/query.ts` 消息/工具主循环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14400" y="45079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43484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`src/Tool.ts` 工具模型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914400" y="49651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489204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`src/state/store.ts` 极简 store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914400" y="5422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BA7A0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534924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`src/services/api/withRetry.ts` 重试策略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6537960" y="22219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3992" y="21488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`src/services/analytics/index.ts` sink/日志约束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6537960" y="26791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93992" y="26060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`src/services/mcp/normalization.ts` 名称规范化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6537960" y="3136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30632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`src/services/mcp/client.ts` 多 transport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6537960" y="35935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3992" y="35204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`src/services/compact/compact.ts` 压缩主实现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6537960" y="40507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93992" y="39776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`src/tools/AgentTool/` agent 能力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6537960" y="45079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44348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`src/utils/plugins/` 插件加载与缓存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6537960" y="49651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93992" y="489204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D2A3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`可借鉴部分.md` 这次 PPT 的讲义母本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项目学习拆解</dc:title>
  <dc:subject>Claude Code restored project study deck</dc:subject>
  <dc:creator>OpenAI Codex</dc:creator>
  <cp:lastModifiedBy>OpenAI Codex</cp:lastModifiedBy>
  <cp:revision>1</cp:revision>
  <dcterms:created xsi:type="dcterms:W3CDTF">2026-03-31T16:15:49Z</dcterms:created>
  <dcterms:modified xsi:type="dcterms:W3CDTF">2026-03-31T16:15:49Z</dcterms:modified>
</cp:coreProperties>
</file>